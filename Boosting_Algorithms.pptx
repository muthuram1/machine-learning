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50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00584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00584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005840"/>
            <a:ext cx="91440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 ·  XGBoost  ·  LightGBM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Advantages  ·  Disadvantages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 ·  Machine Learning  ·  Gradient Boosting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— the pioneer of ensemble methods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(Adaptive Boosting) is an ensemble meta-algorithm that combines multiple weak classifiers sequentially. Each iteration re-weights training samples — misclassified points get higher weight — forcing subsequent learners to focus on harder examples. The final prediction is a weighted majority vote of all learners.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4023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implement; few hyperparameters to tune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weak learners (e.g. decision stumps)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prone to overfitting on clean datasets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is naturally computed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both classification and regression tasks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4297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920240"/>
            <a:ext cx="42976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20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40233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sensitive to noisy data and outliers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training compared to modern alternatives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with weak base learners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tuning of learning rate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high-dimensional sparse data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How It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332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33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Weights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equal weight 1/N to every training sample.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332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33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033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Weak Learner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2704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simple model (stump) on the weighted dataset.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868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332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33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0332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Error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52704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weighted error rate of the weak learner.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49631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6609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6609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Alpha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154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0.5 × ln((1−error)/error) — learner's vote weight.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49631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6609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26609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154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weights for misclassified; decrease for correct.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49631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6609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26609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154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all weak learners gives the ensemble output.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 — speed &amp; performance at scale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 is an optimized distributed gradient boosting library. It builds trees level-by-level (depth-first), using second-order Taylor expansion of the loss function and explicit regularization terms to prevent overfitting. It supports CPU/GPU, sparse data, and distributed computing.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40233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(L1 &amp; L2) reduces overfitting significantly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automatically via sparsity-aware split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tree construction — much faster than AdaBoost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cross-validation and early stopping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Kaggle competitions; highly battle-tested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4297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920240"/>
            <a:ext cx="42976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20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40233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intensive — entire dataset must fit in RAM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hyperparameters; requires careful tuning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training than LightGBM on very large datasets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nature limits scalability vs. neural nets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 than simpler models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60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Trees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L1/L2 penalty on leaf weights preventing complex trees that overfit.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960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9040" y="1033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all candidate splits in parallel using block-compressed columns.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868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960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1033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Sparsity-Aware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by learning the best default split direction.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49631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587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266090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(max_depth)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09067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trees to max depth then prunes back branches with negative gain.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49631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2587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49040" y="266090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09067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eval metric and halts before overfitting via validation set.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496312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2587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83680" y="266090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9067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structure optimises hardware cache usage for faster throughput.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Gradient Boosting Machine — designed for speed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(Light Gradient Boosting Machine) by Microsoft uses two novel techniques: Gradient-based One-Side Sampling (GOSS) — keeping high-gradient instances and sampling low-gradient ones — and Exclusive Feature Bundling (EFB) — merging sparse mutually-exclusive features. It grows trees leaf-wise rather than level-wise for higher accuracy per iteration.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40233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 — faster convergence than level-wise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very large datasets with low memory footprint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categorical features natively (no encoding)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faster training than XGBoost on big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and distributed training ready out of the box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4297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920240"/>
            <a:ext cx="42976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20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40233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 can easily overfit on small datasets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sensitive hyperparameter tuning required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mature ecosystem than XGBoost for some use cases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interpret complex leaf-wise trees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in GOSS sampling may reduce reproducibility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Core Innovations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Growth Strategy: Level-wise  vs  Leaf-wise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38404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Level-wise (XGBoost style)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ALL leaves at the same depth before going deeper. Balanced trees, but more splits per level means higher computation cost.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4434840" cy="118872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188720"/>
            <a:ext cx="44348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(LightGBM) 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53619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splits the leaf with the maximum delta loss. Fewer splits needed for same accuracy. Risk: can overfit on small data without min_data_in_leaf.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14600"/>
            <a:ext cx="40233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146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 — Gradient-based One-Side Sampling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907792"/>
            <a:ext cx="3794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all instances with large gradients (high learning signal). Randomly samples a fraction of low-gradient instances with a weight factor to maintain data distribution. Dramatically reduces data size without losing accuracy.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4434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514600"/>
            <a:ext cx="4434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514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EFB — Exclusive Feature Bundling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2907792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mutually exclusive sparse features (e.g., one-hot encoded columns) into single dense features. Reduces feature dimensionality, cutting histogram construction time while preserving information.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781</Words>
  <Application>Microsoft Office PowerPoint</Application>
  <PresentationFormat>On-screen Show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Algorithms: AdaBoost, XGBoost &amp; LightGBM</dc:title>
  <dc:subject>PptxGenJS Presentation</dc:subject>
  <dc:creator>PptxGenJS</dc:creator>
  <cp:lastModifiedBy>NEW</cp:lastModifiedBy>
  <cp:revision>1</cp:revision>
  <dcterms:created xsi:type="dcterms:W3CDTF">2026-05-29T13:00:30Z</dcterms:created>
  <dcterms:modified xsi:type="dcterms:W3CDTF">2026-05-29T13:04:11Z</dcterms:modified>
</cp:coreProperties>
</file>